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Kanit Bold"/>
      <p:regular r:id="rId201314"/>
    </p:embeddedFont>
    <p:embeddedFont>
      <p:font typeface="Kanit"/>
      <p:regular r:id="rId201315"/>
    </p:embeddedFont>
    <p:embeddedFont>
      <p:font typeface="Martel Sans Ligh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image" Target="../media/image-9-7.jpeg"/><Relationship Id="rId8" Type="http://schemas.openxmlformats.org/officeDocument/2006/relationships/image" Target="../media/image-9-8.jpe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5824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TASKFLOW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524695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Task Assignment and Management System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98086" y="2293243"/>
            <a:ext cx="10795524" cy="194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Java Web Application · MCA Project   </a:t>
            </a:r>
            <a:endParaRPr lang="en-US" sz="1550" dirty="0"/>
          </a:p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Student: Sneha Vishwakarma · Enrollment: 25051121010008  </a:t>
            </a:r>
            <a:endParaRPr lang="en-US" sz="1550" dirty="0"/>
          </a:p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Student: Jaydip Vadhiya · Enrollment: 25051121010010 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College / University: Parul University · Guide: Honeymam   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8086" y="4467324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7E010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10" y="4757936"/>
            <a:ext cx="249330" cy="1994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6266" y="4716562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A concise demonstration of a JSP–Servlet–JDBC based task management system.   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8086" y="5489377"/>
            <a:ext cx="10795524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Speaker notes: Introduce yourself and the project title. Briefly state that TASKFLOW is a completed college project implemented using core Java web technologies and designed for administrators and users.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962720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Introduction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1848545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TASKFLOW is a web-based task management system to organise task assignment, execution, tracking and communication between administrators and users.   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8086" y="3030438"/>
            <a:ext cx="6223638" cy="187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Centralised task management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Role-based access (ADMIN / USER)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Defined task lifecycle with history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Task dependencies and postponement workflow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Notifications and search/filter/sort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8086" y="5129709"/>
            <a:ext cx="6223638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Speaker notes: Summarise the problem space and the high-level capabilities. Emphasise roles and lifecycle so examiners know the scope before diving into technical details.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68027"/>
            <a:ext cx="6223638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98086" y="1435497"/>
            <a:ext cx="6223638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Conventional/manual task management often causes missed deadlines, unclear ownership and fragmented communication.   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98086" y="2276177"/>
            <a:ext cx="6223638" cy="2207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Tasks difficult to track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Deadlines missed or unnoticed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Ownership unclear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Dependencies not visible → blocked work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Postponement requests handled ad hoc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Limited or no audit trail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8086" y="4701282"/>
            <a:ext cx="6223638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TASKFLOW centralises these concerns into a single system for admins and users.   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8086" y="5541963"/>
            <a:ext cx="6223638" cy="74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Speaker notes: Walk through each pain point with a quick real-world example — a missed deadline due to unseen dependency — then state TASKFLOW's role as the centralised solution.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619820"/>
            <a:ext cx="428515" cy="4285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232495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Centralise task management</a:t>
            </a: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698086" y="1572915"/>
            <a:ext cx="53056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Single source for creating, assigning and tracking tasks.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920" y="619820"/>
            <a:ext cx="428515" cy="4285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87920" y="1232495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Role-based access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187920" y="1572915"/>
            <a:ext cx="53056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Distinct ADMIN and USER privileges enforced at route level.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2122488"/>
            <a:ext cx="428515" cy="4285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8086" y="2735163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Track lifecycle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98086" y="3075583"/>
            <a:ext cx="5305689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Statuses recorded from ASSIGNED → IN_PROGRESS → COMPLETED.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7920" y="2122488"/>
            <a:ext cx="428515" cy="4285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87920" y="2735163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Enforce dependencies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6187920" y="3075583"/>
            <a:ext cx="53056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Start blocked until dependent tasks are completed.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3880148"/>
            <a:ext cx="428515" cy="42852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8086" y="4492823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Manage deadlines &amp; priority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698086" y="4833243"/>
            <a:ext cx="53056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Admins set deadlines and priority levels at task creation.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7920" y="3880148"/>
            <a:ext cx="428515" cy="42852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187920" y="4492823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Notifications &amp; history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6187920" y="4833243"/>
            <a:ext cx="53056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Event notifications and an audit trail for every task.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698086" y="5309195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Objectives</a:t>
            </a:r>
            <a:endParaRPr lang="en-US" sz="3150" dirty="0"/>
          </a:p>
        </p:txBody>
      </p:sp>
      <p:sp>
        <p:nvSpPr>
          <p:cNvPr id="21" name="Text 13"/>
          <p:cNvSpPr/>
          <p:nvPr/>
        </p:nvSpPr>
        <p:spPr>
          <a:xfrm>
            <a:off x="698086" y="6034286"/>
            <a:ext cx="11405108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Speaker notes: Briefly expand each objective with one line on why it matters for project goals and evaluation criteria.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139950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Existing System (Manual)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025775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Typical manual workflows rely on emails, spreadsheets and meetings — resulting in latency, lost context and absent audit trails.   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69971" y="4207669"/>
            <a:ext cx="6223638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Speaker notes: Explain manual process limitations and why a software solution (TASKFLOW) improves reliability and traceability.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298079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Proposed System — TASKFLOW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770584"/>
            <a:ext cx="6223638" cy="205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Admin: create, assign, set deadline &amp; priority, manage dependencies, approve postponements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User: view assigned tasks, start/complete, comment, request postponement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Supporting: notifications, task history, search/filter/sort, dashboard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8086" y="5049540"/>
            <a:ext cx="6223638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Speaker notes: Walk examiners through the central flow and mention that the system is implemented and functional per requirements.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3233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Technology Stack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517973"/>
            <a:ext cx="728347" cy="728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75763" y="2517973"/>
            <a:ext cx="15341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75763" y="2930922"/>
            <a:ext cx="1534181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JSP, HTML, CSS — server-rendered pages and UI templates.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274" y="2517973"/>
            <a:ext cx="728347" cy="7283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36952" y="2517973"/>
            <a:ext cx="15341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436952" y="2930922"/>
            <a:ext cx="1534181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Java with Jakarta Servlets and JDBC for request handling and DB access.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63" y="2517973"/>
            <a:ext cx="728347" cy="7283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8140" y="2517973"/>
            <a:ext cx="15341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198140" y="2930922"/>
            <a:ext cx="1534181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MySQL 8.4 for persistent storage (users, tasks, comments, history).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652" y="2517973"/>
            <a:ext cx="728446" cy="7284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59428" y="2517973"/>
            <a:ext cx="15341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Server &amp; Build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959428" y="2930922"/>
            <a:ext cx="1534181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Apache Tomcat 10.1, build with Maven. Development using VS Code / Antigravity IDE.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98086" y="5070376"/>
            <a:ext cx="1140510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Speaker notes: Emphasise that no Spring/Hibernate/JPA are used — the goal is to demonstrate core JSP/Servlet/JDBC skills.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1431" y="548580"/>
            <a:ext cx="7388834" cy="58655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2205" y="3169446"/>
            <a:ext cx="1327826" cy="57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Technical Architecture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728440" y="1181369"/>
            <a:ext cx="1975377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User / Admin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728440" y="1553311"/>
            <a:ext cx="1975377" cy="364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Actors initiating requests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435865" y="947408"/>
            <a:ext cx="1975377" cy="57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DBConnection → MySQL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435865" y="1604928"/>
            <a:ext cx="1975377" cy="54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Connection management to storage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35865" y="5035398"/>
            <a:ext cx="1975377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Servlets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35865" y="5407340"/>
            <a:ext cx="1975377" cy="364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Request handling and flow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28440" y="4892525"/>
            <a:ext cx="1975377" cy="57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AuthenticationFilter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28440" y="5550045"/>
            <a:ext cx="1975377" cy="364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Protects servlet access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40932" y="3081395"/>
            <a:ext cx="2018558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JSP UI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40932" y="3453337"/>
            <a:ext cx="2018558" cy="364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Presentation and UI layer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712578" y="3092190"/>
            <a:ext cx="2018558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12578" y="3464133"/>
            <a:ext cx="2018558" cy="364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CRUD and DB operations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8086" y="6488807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98086" y="6856809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Responsibilities:   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98086" y="7032526"/>
            <a:ext cx="10795524" cy="8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JSP — Presentation / UI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Servlet — Request handling and application flow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DAO — Database operations (CRUD)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DBConnection — Connection management to MySQL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MySQL — Persistent data storage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AuthenticationFilter — Protects restricted routes and enforces roles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98086" y="7893348"/>
            <a:ext cx="11405108" cy="9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Speaker notes: For viva, be ready to explain each layer's role and how servlets delegate to DAOs using JDBC and PreparedStatements.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436" y="695127"/>
            <a:ext cx="1459174" cy="145921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361" y="695127"/>
            <a:ext cx="1459174" cy="145921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286" y="695127"/>
            <a:ext cx="1459174" cy="145921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211" y="695127"/>
            <a:ext cx="1459174" cy="145921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136" y="695127"/>
            <a:ext cx="1459174" cy="145921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061" y="695127"/>
            <a:ext cx="1459174" cy="145921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7987" y="695127"/>
            <a:ext cx="1459174" cy="145921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436" y="2249091"/>
            <a:ext cx="1459174" cy="145921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698086" y="3892352"/>
            <a:ext cx="10795524" cy="34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Main Modules</a:t>
            </a:r>
            <a:endParaRPr lang="en-US" sz="2150" dirty="0"/>
          </a:p>
        </p:txBody>
      </p:sp>
      <p:sp>
        <p:nvSpPr>
          <p:cNvPr id="11" name="Text 1"/>
          <p:cNvSpPr/>
          <p:nvPr/>
        </p:nvSpPr>
        <p:spPr>
          <a:xfrm>
            <a:off x="698086" y="4346178"/>
            <a:ext cx="10795524" cy="173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06000"/>
              </a:lnSpc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Authentication</a:t>
            </a:r>
            <a:endParaRPr lang="en-US" sz="900" dirty="0"/>
          </a:p>
          <a:p>
            <a:pPr algn="l" marL="182880" indent="-182880">
              <a:lnSpc>
                <a:spcPct val="106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Admin Dashboard</a:t>
            </a:r>
            <a:endParaRPr lang="en-US" sz="900" dirty="0"/>
          </a:p>
          <a:p>
            <a:pPr algn="l" marL="182880" indent="-182880">
              <a:lnSpc>
                <a:spcPct val="1060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User Dashboard</a:t>
            </a:r>
            <a:endParaRPr lang="en-US" sz="900" dirty="0"/>
          </a:p>
          <a:p>
            <a:pPr algn="l" marL="182880" indent="-182880">
              <a:lnSpc>
                <a:spcPct val="1060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Task Management</a:t>
            </a:r>
            <a:endParaRPr lang="en-US" sz="900" dirty="0"/>
          </a:p>
          <a:p>
            <a:pPr algn="l" marL="182880" indent="-182880">
              <a:lnSpc>
                <a:spcPct val="106000"/>
              </a:lnSpc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Task Lifecycle</a:t>
            </a:r>
            <a:endParaRPr lang="en-US" sz="900" dirty="0"/>
          </a:p>
          <a:p>
            <a:pPr algn="l" marL="182880" indent="-182880">
              <a:lnSpc>
                <a:spcPct val="106000"/>
              </a:lnSpc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Task Dependencies</a:t>
            </a:r>
            <a:endParaRPr lang="en-US" sz="900" dirty="0"/>
          </a:p>
          <a:p>
            <a:pPr algn="l" marL="182880" indent="-182880">
              <a:lnSpc>
                <a:spcPct val="106000"/>
              </a:lnSpc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Postponement Management</a:t>
            </a:r>
            <a:endParaRPr lang="en-US" sz="900" dirty="0"/>
          </a:p>
          <a:p>
            <a:pPr algn="l" marL="182880" indent="-182880">
              <a:lnSpc>
                <a:spcPct val="106000"/>
              </a:lnSpc>
              <a:buSzPct val="100000"/>
              <a:buFont typeface="+mj-lt"/>
              <a:buAutoNum type="arabicPeriod" startAt="8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Notifications</a:t>
            </a:r>
            <a:endParaRPr lang="en-US" sz="900" dirty="0"/>
          </a:p>
          <a:p>
            <a:pPr algn="l" marL="182880" indent="-182880">
              <a:lnSpc>
                <a:spcPct val="106000"/>
              </a:lnSpc>
              <a:buSzPct val="100000"/>
              <a:buFont typeface="+mj-lt"/>
              <a:buAutoNum type="arabicPeriod" startAt="9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Task History</a:t>
            </a:r>
            <a:endParaRPr lang="en-US" sz="900" dirty="0"/>
          </a:p>
          <a:p>
            <a:pPr algn="l" marL="182880" indent="-182880">
              <a:lnSpc>
                <a:spcPct val="106000"/>
              </a:lnSpc>
              <a:buSzPct val="100000"/>
              <a:buFont typeface="+mj-lt"/>
              <a:buAutoNum type="arabicPeriod" startAt="10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Search / Filter / Sort</a:t>
            </a:r>
            <a:endParaRPr lang="en-US" sz="900" dirty="0"/>
          </a:p>
        </p:txBody>
      </p:sp>
      <p:sp>
        <p:nvSpPr>
          <p:cNvPr id="12" name="Text 2"/>
          <p:cNvSpPr/>
          <p:nvPr/>
        </p:nvSpPr>
        <p:spPr>
          <a:xfrm>
            <a:off x="698086" y="6156821"/>
            <a:ext cx="11405108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Speaker notes: Briefly describe how each module maps to servlets, JSP pages and DAO operations. Mention where notifications and history are recorded in DB tables.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297" y="548580"/>
            <a:ext cx="10621101" cy="5221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2475" y="1047184"/>
            <a:ext cx="2285916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982475" y="1419127"/>
            <a:ext cx="4911886" cy="18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Work started or blocked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982475" y="2267089"/>
            <a:ext cx="2285916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Check Dependencies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982475" y="2639032"/>
            <a:ext cx="4911886" cy="18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Are all dependencies complete?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82475" y="3486995"/>
            <a:ext cx="2285916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Assigned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82475" y="3858937"/>
            <a:ext cx="4911886" cy="18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Assigned to a user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93271" y="4706900"/>
            <a:ext cx="2285916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Task Created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93271" y="5078843"/>
            <a:ext cx="4911885" cy="18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New task recorded by admin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8086" y="5844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Task Workflow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8086" y="6212582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Key points:   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98086" y="6388298"/>
            <a:ext cx="10795524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New tasks created by ADMIN and assigned to a USER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System checks dependencies before allowing START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Statuses progress: ASSIGNED → IN_PROGRESS → COMPLETED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All actions appended to task_history with timestamps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98086" y="6975078"/>
            <a:ext cx="11405108" cy="9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Speaker notes: Explain dependency checks (no self/duplicate/circular), how servlet validates before starting a task, and how events are saved in task_history table.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2026-09-28T08:01:13Z</dcterms:created>
  <dcterms:modified xsi:type="dcterms:W3CDTF">2026-09-28T08:01:13Z</dcterms:modified>
</cp:coreProperties>
</file>